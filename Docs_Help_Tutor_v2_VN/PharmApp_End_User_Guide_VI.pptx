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PharmApp PDF Search Index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898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dẫn người dùng cuối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EXE Windows cho bộ sưu tập PDF đã lập chỉ mục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 có thể làm gì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Tìm theo nội dung đã lập chỉ mục hoặc tên file PDF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Mở trực tiếp đúng trang PDF khớp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Dùng trình xem, explorer và log tích hợp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Tăng tốc rõ rệt sau khi có SQLite FTS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653796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Phù hợp nhất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8803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Thư viện PDF kỹ thuật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Pharma, R&amp;D, QA, validation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Thư mục tài liệu lớn và có tổ chức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685800" y="4709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tài liệu này để giúp khách hàng hoàn thành lần tìm kiếm thành công đầu tiên.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giao diện chính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màn hình ứng dụng</a:t>
            </a:r>
            <a:endParaRPr lang="en-US" sz="1050" dirty="0"/>
          </a:p>
        </p:txBody>
      </p:sp>
      <p:pic>
        <p:nvPicPr>
          <p:cNvPr id="5" name="Image 0" descr="/mnt/data/9080a36b-3a8d-4054-898b-113fd8221a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26689"/>
            <a:ext cx="7040880" cy="3816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82128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vùng chính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82128" y="184708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path manager: thêm thư mục, PDF hoặc index.json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 tabs: mỗi thư mục là một thư viện tìm kiếm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Results: tên file, trang, loại khớp, snippet, path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Viewer: chuyển trang, zoom, xoay, toàn màn hình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Explorer + log: duyệt file và theo dõi lập chỉ mục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Khởi động nhanh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bước đơn giản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5212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Mở file EXE và thêm thư mục làm việc.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Mở tab dataset mới và nhập từ khóa.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Nhấn Search và xem danh sách kết quả.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Chọn kết quả để tải đúng trang PDF.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19088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gì có thể xảy ra ở lần đầu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19088" y="1828800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Lần tìm đầu có thể chậm hơn nếu ứng dụng cần tạo index_fts.db.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 sẽ cho biết lúc kiểm tra hoặc khi FTS đã sẵn sàng.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Sau khi có FTS file, các lần tìm tiếp theo nhanh hơn nhiều.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Dùng Refresh khi file nguồn thay đổi.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tìm kiếm và lập chỉ mục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49808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vào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81051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Thư mục chứa PDF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Tùy chọn index.json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Tùy chọn index_fts.db đã có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429768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máy tìm kiếm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81051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Dùng SQLite FTS khi sẵn sàng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Có thể tạo FTS từ index.json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Fallback sang tìm tên file khi cần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8339328" y="1463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39328" y="181051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Danh sách kết quả có snippet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Mở đúng trang PDF đích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Có log và chi tiết theo dõi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3703320" y="21579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9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818120" y="21579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9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9808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nào cần refresh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414223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Sau khi thêm, xóa hoặc thay thế PDF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Sau khi cập nhật index.json hoặc cấu trúc thư mục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446520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 hiệu năng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414223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Lần lập chỉ mục đầu có thể mất lâu hơn.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Khi đã có index_fts.db, việc tìm kiếm nhanh và ổn định hơn nhiều.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điều khiển trình xem cần dùng nhiều nhất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Phím tắt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trang: Ctrl+6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trang: Ctrl+7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Dạng sách: Ctrl+8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Chế độ liên tục: c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Phóng to / thu nhỏ: Ctrl+= / Ctrl+-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Xoay trái / phải: Ctrl+Shift+- / Ctrl+Shift++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chiếu: Ctrl+L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màn hình: Ctrl+Shift+L</a:t>
            </a:r>
            <a:endParaRPr lang="en-US" sz="1360" dirty="0"/>
          </a:p>
        </p:txBody>
      </p:sp>
      <p:sp>
        <p:nvSpPr>
          <p:cNvPr id="6" name="Text 4"/>
          <p:cNvSpPr/>
          <p:nvPr/>
        </p:nvSpPr>
        <p:spPr>
          <a:xfrm>
            <a:off x="6446520" y="1463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Khuyến nghị sử dụng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46520" y="1828800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Chọn một dòng kết quả trước khi nhấn Open selected PDF.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Dùng ô trang và nút Go để đi trực tiếp tới trang cần xem.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Dùng toàn màn hình hoặc trình chiếu khi xem trang lớn.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Thử từ khóa ngắn hơn nếu danh sách kết quả trống.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bàn giao cho khách hàng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68096" y="1444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khi bàn giao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8096" y="1792224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Xác nhận file EXE khởi chạy bình thường.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Xác nhận khách hàng truy cập được thư mục dataset.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Thực hiện một lần tìm thành công và mở một trang PDF.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Kiểm tra xem index_fts.db đã được chuẩn bị hay chưa.</a:t>
            </a:r>
            <a:endParaRPr lang="en-US" sz="1310" dirty="0"/>
          </a:p>
        </p:txBody>
      </p:sp>
      <p:sp>
        <p:nvSpPr>
          <p:cNvPr id="6" name="Text 4"/>
          <p:cNvSpPr/>
          <p:nvPr/>
        </p:nvSpPr>
        <p:spPr>
          <a:xfrm>
            <a:off x="4498848" y="1444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dặn khách hàng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98848" y="1792224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Thư mục nào cần thêm trước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Từ khóa nào nên test trước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Lần lập chỉ mục đầu có thể mất bao lâu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Khi nào cần dùng Refresh</a:t>
            </a:r>
            <a:endParaRPr lang="en-US" sz="1310" dirty="0"/>
          </a:p>
        </p:txBody>
      </p:sp>
      <p:sp>
        <p:nvSpPr>
          <p:cNvPr id="8" name="Text 6"/>
          <p:cNvSpPr/>
          <p:nvPr/>
        </p:nvSpPr>
        <p:spPr>
          <a:xfrm>
            <a:off x="8092440" y="1444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Dấu hiệu triển khai tốt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92440" y="1792224"/>
            <a:ext cx="3337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Tìm kiếm trả kết quả hữu ích và nhanh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đúng được mở ở đúng trang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 xác nhận chế độ tìm kiếm đang hoạt động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Người dùng lặp lại được quy trình mà không cần hỗ trợ</a:t>
            </a:r>
            <a:endParaRPr lang="en-US" sz="1310" dirty="0"/>
          </a:p>
        </p:txBody>
      </p:sp>
      <p:sp>
        <p:nvSpPr>
          <p:cNvPr id="10" name="Text 8"/>
          <p:cNvSpPr/>
          <p:nvPr/>
        </p:nvSpPr>
        <p:spPr>
          <a:xfrm>
            <a:off x="768096" y="4709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PharmApp hoạt động tốt nhất khi dataset được tổ chức rõ ràng và việc lập chỉ mục được hoàn tất trước khi sử dụng thường xuyên.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PharmApp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2026-03-15T11:40:36Z</dcterms:created>
  <dcterms:modified xsi:type="dcterms:W3CDTF">2026-03-15T11:40:36Z</dcterms:modified>
</cp:coreProperties>
</file>