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74349"/>
          </a:solidFill>
          <a:ln w="12700">
            <a:solidFill>
              <a:srgbClr val="174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PharmApp PDF Search Index v3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End-User Guide</a:t>
            </a:r>
            <a:endParaRPr lang="en-US" sz="1300" dirty="0"/>
          </a:p>
        </p:txBody>
      </p:sp>
      <p:pic>
        <p:nvPicPr>
          <p:cNvPr id="5" name="Image 0" descr="/mnt/data/pharmapp_guides/assets/full.png">    </p:cNvPr>
          <p:cNvPicPr>
            <a:picLocks noChangeAspect="1"/>
          </p:cNvPicPr>
          <p:nvPr/>
        </p:nvPicPr>
        <p:blipFill>
          <a:blip r:embed="rId1"/>
          <a:srcRect l="4619" r="4619" t="0" b="0"/>
          <a:stretch/>
        </p:blipFill>
        <p:spPr>
          <a:xfrm>
            <a:off x="621792" y="1325880"/>
            <a:ext cx="7406640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66760" y="1554480"/>
            <a:ext cx="315468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large PDF libraries, open the right file fast, and review the exact page in one workspace.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366760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functions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366760" y="3383280"/>
            <a:ext cx="329184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27000" indent="-127000"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indexed PDF content</a:t>
            </a:r>
            <a:endParaRPr lang="en-US" sz="1550" dirty="0"/>
          </a:p>
          <a:p>
            <a:pPr marL="127000" indent="-127000"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exact matching pages</a:t>
            </a:r>
            <a:endParaRPr lang="en-US" sz="1550" dirty="0"/>
          </a:p>
          <a:p>
            <a:pPr marL="127000" indent="-127000"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in presentation or fullscreen</a:t>
            </a:r>
            <a:endParaRPr lang="en-US" sz="1550" dirty="0"/>
          </a:p>
          <a:p>
            <a:pPr marL="127000" indent="-127000"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terms and manage profiles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11480" y="6492240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2009-2026 • Pharma R&amp;D Platforms • PharmApp • Discover • Design • Develop • Validate • Deliver | www.nghiencuuthuoc.com | Zalo: +84888999311 | www.pharmapp.dev</a:t>
            </a:r>
            <a:endParaRPr lang="en-US" sz="8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155680" cy="0"/>
          </a:xfrm>
          <a:prstGeom prst="line">
            <a:avLst/>
          </a:prstGeom>
          <a:noFill/>
          <a:ln w="12700">
            <a:solidFill>
              <a:srgbClr val="D6C2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2009-2026 • Pharma R&amp;D Platforms • PharmApp • Discover • Design • Develop • Validate • Deliver | www.nghiencuuthuoc.com | Zalo: +84888999311 | www.pharmapp.dev</a:t>
            </a:r>
            <a:endParaRPr lang="en-US" sz="830" dirty="0"/>
          </a:p>
        </p:txBody>
      </p:sp>
      <p:pic>
        <p:nvPicPr>
          <p:cNvPr id="5" name="Image 0" descr="/mnt/data/pharmapp_guides/assets/left_search.png">    </p:cNvPr>
          <p:cNvPicPr>
            <a:picLocks noChangeAspect="1"/>
          </p:cNvPicPr>
          <p:nvPr/>
        </p:nvPicPr>
        <p:blipFill>
          <a:blip r:embed="rId1"/>
          <a:srcRect l="13781" r="13781" t="0" b="0"/>
          <a:stretch/>
        </p:blipFill>
        <p:spPr>
          <a:xfrm>
            <a:off x="594360" y="1051560"/>
            <a:ext cx="5074920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0" y="1234440"/>
            <a:ext cx="539496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pdf_search_index_v3.exe.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folder, PDF, or index.json in Dynamic path manager.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dataset tab is created for each unique folder.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available, the app may prepare index_fts.db automatically for faster search.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035040" y="4663440"/>
            <a:ext cx="53035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use a folder that already contains index.json for the best first-run experience.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and open results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155680" cy="0"/>
          </a:xfrm>
          <a:prstGeom prst="line">
            <a:avLst/>
          </a:prstGeom>
          <a:noFill/>
          <a:ln w="12700">
            <a:solidFill>
              <a:srgbClr val="D6C2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2009-2026 • Pharma R&amp;D Platforms • PharmApp • Discover • Design • Develop • Validate • Deliver | www.nghiencuuthuoc.com | Zalo: +84888999311 | www.pharmapp.dev</a:t>
            </a:r>
            <a:endParaRPr lang="en-US" sz="83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402336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52400" indent="-152400">
              <a:buSzPct val="100000"/>
              <a:buChar char="•"/>
            </a:pPr>
            <a:r>
              <a:rPr lang="en-US" sz="17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a keyword in the dataset search box or Shared keyword.</a:t>
            </a:r>
            <a:endParaRPr lang="en-US" sz="1750" dirty="0"/>
          </a:p>
          <a:p>
            <a:pPr marL="152400" indent="-152400">
              <a:buSzPct val="100000"/>
              <a:buChar char="•"/>
            </a:pPr>
            <a:r>
              <a:rPr lang="en-US" sz="17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file name, page, type, snippet, and path in the result grid.</a:t>
            </a:r>
            <a:endParaRPr lang="en-US" sz="1750" dirty="0"/>
          </a:p>
          <a:p>
            <a:pPr marL="152400" indent="-152400">
              <a:buSzPct val="100000"/>
              <a:buChar char="•"/>
            </a:pPr>
            <a:r>
              <a:rPr lang="en-US" sz="17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 result and click Open selected PDF to jump to the matched page.</a:t>
            </a:r>
            <a:endParaRPr lang="en-US" sz="1750" dirty="0"/>
          </a:p>
          <a:p>
            <a:pPr marL="152400" indent="-152400">
              <a:buSzPct val="100000"/>
              <a:buChar char="•"/>
            </a:pPr>
            <a:r>
              <a:rPr lang="en-US" sz="17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Refresh after dataset files are changed.</a:t>
            </a:r>
            <a:endParaRPr lang="en-US" sz="1750" dirty="0"/>
          </a:p>
        </p:txBody>
      </p:sp>
      <p:pic>
        <p:nvPicPr>
          <p:cNvPr id="6" name="Image 0" descr="/mnt/data/pharmapp_guides/assets/left_search.png">    </p:cNvPr>
          <p:cNvPicPr>
            <a:picLocks noChangeAspect="1"/>
          </p:cNvPicPr>
          <p:nvPr/>
        </p:nvPicPr>
        <p:blipFill>
          <a:blip r:embed="rId1"/>
          <a:srcRect l="2842" r="2842" t="0" b="0"/>
          <a:stretch/>
        </p:blipFill>
        <p:spPr>
          <a:xfrm>
            <a:off x="4892040" y="1051560"/>
            <a:ext cx="667512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PDF viewer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155680" cy="0"/>
          </a:xfrm>
          <a:prstGeom prst="line">
            <a:avLst/>
          </a:prstGeom>
          <a:noFill/>
          <a:ln w="12700">
            <a:solidFill>
              <a:srgbClr val="D6C2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2009-2026 • Pharma R&amp;D Platforms • PharmApp • Discover • Design • Develop • Validate • Deliver | www.nghiencuuthuoc.com | Zalo: +84888999311 | www.pharmapp.dev</a:t>
            </a:r>
            <a:endParaRPr lang="en-US" sz="830" dirty="0"/>
          </a:p>
        </p:txBody>
      </p:sp>
      <p:pic>
        <p:nvPicPr>
          <p:cNvPr id="5" name="Image 0" descr="/mnt/data/pharmapp_guides/assets/right_viewer.png">    </p:cNvPr>
          <p:cNvPicPr>
            <a:picLocks noChangeAspect="1"/>
          </p:cNvPicPr>
          <p:nvPr/>
        </p:nvPicPr>
        <p:blipFill>
          <a:blip r:embed="rId1"/>
          <a:srcRect l="15753" r="15753" t="0" b="0"/>
          <a:stretch/>
        </p:blipFill>
        <p:spPr>
          <a:xfrm>
            <a:off x="621792" y="1051560"/>
            <a:ext cx="6583680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143000"/>
            <a:ext cx="393192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Modes: Single Page, Facing, Book View, and Continuous.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/ Next and Go help you navigate quickly.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Zoom, rotation, presentation, and fullscreen support review sessions.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Presentation for clean page display during teaching or meetings.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Translation, profiles, and explorer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155680" cy="0"/>
          </a:xfrm>
          <a:prstGeom prst="line">
            <a:avLst/>
          </a:prstGeom>
          <a:noFill/>
          <a:ln w="12700">
            <a:solidFill>
              <a:srgbClr val="D6C2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2009-2026 • Pharma R&amp;D Platforms • PharmApp • Discover • Design • Develop • Validate • Deliver | www.nghiencuuthuoc.com | Zalo: +84888999311 | www.pharmapp.dev</a:t>
            </a:r>
            <a:endParaRPr lang="en-US" sz="83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411480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52400" indent="-152400">
              <a:buSzPct val="100000"/>
              <a:buChar char="•"/>
            </a:pPr>
            <a:r>
              <a:rPr lang="en-US" sz="17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terms and search translated PDF names.</a:t>
            </a:r>
            <a:endParaRPr lang="en-US" sz="1750" dirty="0"/>
          </a:p>
          <a:p>
            <a:pPr marL="152400" indent="-152400">
              <a:buSzPct val="100000"/>
              <a:buChar char="•"/>
            </a:pPr>
            <a:r>
              <a:rPr lang="en-US" sz="17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and restore profiles for different users or workflows.</a:t>
            </a:r>
            <a:endParaRPr lang="en-US" sz="1750" dirty="0"/>
          </a:p>
          <a:p>
            <a:pPr marL="152400" indent="-152400">
              <a:buSzPct val="100000"/>
              <a:buChar char="•"/>
            </a:pPr>
            <a:r>
              <a:rPr lang="en-US" sz="17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Files and Folders in the dataset explorer.</a:t>
            </a:r>
            <a:endParaRPr lang="en-US" sz="1750" dirty="0"/>
          </a:p>
          <a:p>
            <a:pPr marL="152400" indent="-152400">
              <a:buSzPct val="100000"/>
              <a:buChar char="•"/>
            </a:pPr>
            <a:r>
              <a:rPr lang="en-US" sz="17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Log and Details to confirm search mode and status.</a:t>
            </a:r>
            <a:endParaRPr lang="en-US" sz="1750" dirty="0"/>
          </a:p>
        </p:txBody>
      </p:sp>
      <p:pic>
        <p:nvPicPr>
          <p:cNvPr id="6" name="Image 0" descr="/mnt/data/pharmapp_guides/assets/bottom_explorer.png">    </p:cNvPr>
          <p:cNvPicPr>
            <a:picLocks noChangeAspect="1"/>
          </p:cNvPicPr>
          <p:nvPr/>
        </p:nvPicPr>
        <p:blipFill>
          <a:blip r:embed="rId1"/>
          <a:srcRect l="19934" r="19934" t="0" b="0"/>
          <a:stretch/>
        </p:blipFill>
        <p:spPr>
          <a:xfrm>
            <a:off x="5074920" y="1051560"/>
            <a:ext cx="6309360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532120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help? Ask your administrator which dataset folder should be added first.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PharmApp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PharmApp PDF Search Index v3 - End-User Guide</dc:title>
  <dc:subject>End-user guide</dc:subject>
  <dc:creator>OpenAI</dc:creator>
  <cp:lastModifiedBy>OpenAI</cp:lastModifiedBy>
  <cp:revision>1</cp:revision>
  <dcterms:created xsi:type="dcterms:W3CDTF">2026-03-15T11:44:34Z</dcterms:created>
  <dcterms:modified xsi:type="dcterms:W3CDTF">2026-03-15T11:44:34Z</dcterms:modified>
</cp:coreProperties>
</file>