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74349"/>
          </a:solidFill>
          <a:ln w="12700">
            <a:solidFill>
              <a:srgbClr val="1743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7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PharmApp PDF Search Index v3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dẫn người dùng cuối</a:t>
            </a:r>
            <a:endParaRPr lang="en-US" sz="1300" dirty="0"/>
          </a:p>
        </p:txBody>
      </p:sp>
      <p:pic>
        <p:nvPicPr>
          <p:cNvPr id="5" name="Image 0" descr="/mnt/data/pharmapp_guides/assets/full.png">    </p:cNvPr>
          <p:cNvPicPr>
            <a:picLocks noChangeAspect="1"/>
          </p:cNvPicPr>
          <p:nvPr/>
        </p:nvPicPr>
        <p:blipFill>
          <a:blip r:embed="rId1"/>
          <a:srcRect l="4619" r="4619" t="0" b="0"/>
          <a:stretch/>
        </p:blipFill>
        <p:spPr>
          <a:xfrm>
            <a:off x="621792" y="1325880"/>
            <a:ext cx="74066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66760" y="1554480"/>
            <a:ext cx="315468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nhanh trong thư viện PDF lớn, mở đúng file và rà soát đúng trang trong một không gian làm việc.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6676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Chức năng chính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66760" y="3383280"/>
            <a:ext cx="329184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trong nội dung PDF đã lập chỉ mục</a:t>
            </a:r>
            <a:endParaRPr lang="en-US" sz="1550" dirty="0"/>
          </a:p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đúng trang khớp</a:t>
            </a:r>
            <a:endParaRPr lang="en-US" sz="1550" dirty="0"/>
          </a:p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 soát ở chế độ trình chiếu hoặc toàn màn hình</a:t>
            </a:r>
            <a:endParaRPr lang="en-US" sz="1550" dirty="0"/>
          </a:p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thuật ngữ và quản lý profile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11480" y="649224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 +84888999311 | www.pharmapp.dev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nhanh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12700">
            <a:solidFill>
              <a:srgbClr val="D6C2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 +84888999311 | www.pharmapp.dev</a:t>
            </a:r>
            <a:endParaRPr lang="en-US" sz="830" dirty="0"/>
          </a:p>
        </p:txBody>
      </p:sp>
      <p:pic>
        <p:nvPicPr>
          <p:cNvPr id="5" name="Image 0" descr="/mnt/data/pharmapp_guides/assets/left_search.png">    </p:cNvPr>
          <p:cNvPicPr>
            <a:picLocks noChangeAspect="1"/>
          </p:cNvPicPr>
          <p:nvPr/>
        </p:nvPicPr>
        <p:blipFill>
          <a:blip r:embed="rId1"/>
          <a:srcRect l="13781" r="13781" t="0" b="0"/>
          <a:stretch/>
        </p:blipFill>
        <p:spPr>
          <a:xfrm>
            <a:off x="594360" y="1051560"/>
            <a:ext cx="507492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1234440"/>
            <a:ext cx="53949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pdf_search_index_v3.exe.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thư mục, PDF hoặc index.json trong Dynamic path manager.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thư mục duy nhất sẽ tạo một tab dataset mới.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có, ứng dụng có thể tự chuẩn bị index_fts.db để tìm nhanh hơn.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35040" y="4663440"/>
            <a:ext cx="5303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Mẹo: nên dùng thư mục đã có index.json để có trải nghiệm tốt nhất ngay từ lần chạy đầu.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và mở kết quả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12700">
            <a:solidFill>
              <a:srgbClr val="D6C2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 +84888999311 | www.pharmapp.dev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0233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Nhập từ khóa trong ô tìm kiếm của dataset hoặc Shared keyword.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tên file, trang, loại, snippet và đường dẫn trong bảng kết quả.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kết quả và bấm Open selected PDF để mở đúng trang khớp.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Refresh sau khi dữ liệu trong dataset thay đổi.</a:t>
            </a:r>
            <a:endParaRPr lang="en-US" sz="1750" dirty="0"/>
          </a:p>
        </p:txBody>
      </p:sp>
      <p:pic>
        <p:nvPicPr>
          <p:cNvPr id="6" name="Image 0" descr="/mnt/data/pharmapp_guides/assets/left_search.png">    </p:cNvPr>
          <p:cNvPicPr>
            <a:picLocks noChangeAspect="1"/>
          </p:cNvPicPr>
          <p:nvPr/>
        </p:nvPicPr>
        <p:blipFill>
          <a:blip r:embed="rId1"/>
          <a:srcRect l="2842" r="2842" t="0" b="0"/>
          <a:stretch/>
        </p:blipFill>
        <p:spPr>
          <a:xfrm>
            <a:off x="4892040" y="1051560"/>
            <a:ext cx="66751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trình xem PDF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12700">
            <a:solidFill>
              <a:srgbClr val="D6C2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 +84888999311 | www.pharmapp.dev</a:t>
            </a:r>
            <a:endParaRPr lang="en-US" sz="830" dirty="0"/>
          </a:p>
        </p:txBody>
      </p:sp>
      <p:pic>
        <p:nvPicPr>
          <p:cNvPr id="5" name="Image 0" descr="/mnt/data/pharmapp_guides/assets/right_viewer.png">    </p:cNvPr>
          <p:cNvPicPr>
            <a:picLocks noChangeAspect="1"/>
          </p:cNvPicPr>
          <p:nvPr/>
        </p:nvPicPr>
        <p:blipFill>
          <a:blip r:embed="rId1"/>
          <a:srcRect l="15753" r="15753" t="0" b="0"/>
          <a:stretch/>
        </p:blipFill>
        <p:spPr>
          <a:xfrm>
            <a:off x="621792" y="1051560"/>
            <a:ext cx="658368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143000"/>
            <a:ext cx="393192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Chế độ xem: Một trang, Hai trang, Dạng sách và Liên tục.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/ Next và Go giúp điều hướng nhanh.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Zoom, xoay, trình chiếu và toàn màn hình hỗ trợ rà soát tài liệu.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Presentation khi cần trình bày sạch trong đào tạo hoặc họp.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4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Dịch, profile và explorer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12700">
            <a:solidFill>
              <a:srgbClr val="D6C2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2009-2026 • Pharma R&amp;D Platforms • PharmApp • Discover • Design • Develop • Validate • Deliver | www.nghiencuuthuoc.com | Zalo: +84888999311 | www.pharmapp.dev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411480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thuật ngữ và tìm theo tên PDF đã dịch.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và khôi phục profile cho từng người dùng hoặc từng quy trình.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Duyệt Files và Folders trong explorer của dataset.</a:t>
            </a:r>
            <a:endParaRPr lang="en-US" sz="1750" dirty="0"/>
          </a:p>
          <a:p>
            <a:pPr marL="152400" indent="-152400"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Log và Details để biết chế độ tìm kiếm và trạng thái hiện tại.</a:t>
            </a:r>
            <a:endParaRPr lang="en-US" sz="1750" dirty="0"/>
          </a:p>
        </p:txBody>
      </p:sp>
      <p:pic>
        <p:nvPicPr>
          <p:cNvPr id="6" name="Image 0" descr="/mnt/data/pharmapp_guides/assets/bottom_explorer.png">    </p:cNvPr>
          <p:cNvPicPr>
            <a:picLocks noChangeAspect="1"/>
          </p:cNvPicPr>
          <p:nvPr/>
        </p:nvPicPr>
        <p:blipFill>
          <a:blip r:embed="rId1"/>
          <a:srcRect l="19934" r="19934" t="0" b="0"/>
          <a:stretch/>
        </p:blipFill>
        <p:spPr>
          <a:xfrm>
            <a:off x="5074920" y="1051560"/>
            <a:ext cx="6309360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532120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hỗ trợ? Hãy hỏi quản trị viên xem nên thêm thư mục dataset nào trước.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PharmApp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PharmApp PDF Search Index v3 - Hướng dẫn người dùng cuối</dc:title>
  <dc:subject>End-user guide</dc:subject>
  <dc:creator>OpenAI</dc:creator>
  <cp:lastModifiedBy>OpenAI</cp:lastModifiedBy>
  <cp:revision>1</cp:revision>
  <dcterms:created xsi:type="dcterms:W3CDTF">2026-03-15T11:44:34Z</dcterms:created>
  <dcterms:modified xsi:type="dcterms:W3CDTF">2026-03-15T11:44:34Z</dcterms:modified>
</cp:coreProperties>
</file>