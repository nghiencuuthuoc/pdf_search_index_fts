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85216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PharmApp PDF Search 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End-User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EXE build for indexed PDF collections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users can 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indexed content or PDF filenames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the matching PDF page directly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the built-in viewer, explorer, and log panels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faster after SQLite FTS is available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8803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PDF libraries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Pharma, R&amp;D, QA, validation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 and organized document folders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685800" y="4709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guide to help customers complete their first successful search.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interface overview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application screen</a:t>
            </a:r>
            <a:endParaRPr lang="en-US" sz="1050" dirty="0"/>
          </a:p>
        </p:txBody>
      </p:sp>
      <p:pic>
        <p:nvPicPr>
          <p:cNvPr id="5" name="Image 0" descr="/mnt/data/9080a36b-3a8d-4054-898b-113fd8221a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26689"/>
            <a:ext cx="7040880" cy="3816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82128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areas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82128" y="184708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path manager: add a folder, PDF, or index.json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tabs: one searchable library per folder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Results: file, page, match type, snippet, path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Viewer: navigation, zoom, rotate, fullscreen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Explorer + log: browse files and monitor indexing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13232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simple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Launch the EXE and add the working folder.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 the new dataset tab and enter a keyword.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Search and review the result list.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Select a result to load the matching PDF page.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19088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expect on first 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19088" y="182880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first search can be slower if the app needs to create index_fts.db.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Logs show when the FTS index is checked or ready.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 the FTS file exists, repeated searches are much faster.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Refresh after source files change.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workflow and indexing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49808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810512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Folder with PDFs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Optional index.json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Optional existing index_fts.db</a:t>
            </a:r>
            <a:endParaRPr lang="en-US" sz="133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8105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SQLite FTS when available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build FTS from index.json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Falls back to filename search if needed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8339328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39328" y="181051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 list with snippets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the target PDF page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 and detail trace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3703320" y="21579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18120" y="21579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9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refresh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41422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 adding, removing, or replacing PDFs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 updating index.json or the folder structure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446520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note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14223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first indexing pass can take longer.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Once index_fts.db exists, search is much faster and more consistent.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controls users need most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Page: Ctrl+6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Facing: Ctrl+7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View: Ctrl+8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mode: c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/ out: Ctrl+= / Ctrl+-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left / right: Ctrl+Shift+- / Ctrl+Shift++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Presentation: Ctrl+L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Fullscreen: Ctrl+Shift+L</a:t>
            </a:r>
            <a:endParaRPr lang="en-US" sz="1360" dirty="0"/>
          </a:p>
        </p:txBody>
      </p:sp>
      <p:sp>
        <p:nvSpPr>
          <p:cNvPr id="6" name="Text 4"/>
          <p:cNvSpPr/>
          <p:nvPr/>
        </p:nvSpPr>
        <p:spPr>
          <a:xfrm>
            <a:off x="6446520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18288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a result row before clicking Open selected PDF.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the page box and Go button for direct navigation.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fullscreen or presentation for large pages.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Try a shorter keyword if the result list is empty.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13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handoff checklist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68096" y="1444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delivery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8096" y="1792224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 the EXE launches correctly.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 the customer can reach the dataset folder.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one successful search and open one PDF page.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whether index_fts.db is already prepared.</a:t>
            </a:r>
            <a:endParaRPr lang="en-US" sz="1310" dirty="0"/>
          </a:p>
        </p:txBody>
      </p:sp>
      <p:sp>
        <p:nvSpPr>
          <p:cNvPr id="6" name="Text 4"/>
          <p:cNvSpPr/>
          <p:nvPr/>
        </p:nvSpPr>
        <p:spPr>
          <a:xfrm>
            <a:off x="4498848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customer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98848" y="1792224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folder to add first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keyword to test first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long the first indexing pass may take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to use Refresh</a:t>
            </a:r>
            <a:endParaRPr lang="en-US" sz="1310" dirty="0"/>
          </a:p>
        </p:txBody>
      </p:sp>
      <p:sp>
        <p:nvSpPr>
          <p:cNvPr id="8" name="Text 6"/>
          <p:cNvSpPr/>
          <p:nvPr/>
        </p:nvSpPr>
        <p:spPr>
          <a:xfrm>
            <a:off x="8092440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adoption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1792224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returns useful results quickly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correct PDF opens to the right page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Logs confirm the active search mode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can repeat the workflow without assistance</a:t>
            </a:r>
            <a:endParaRPr lang="en-US" sz="1310" dirty="0"/>
          </a:p>
        </p:txBody>
      </p:sp>
      <p:sp>
        <p:nvSpPr>
          <p:cNvPr id="10" name="Text 8"/>
          <p:cNvSpPr/>
          <p:nvPr/>
        </p:nvSpPr>
        <p:spPr>
          <a:xfrm>
            <a:off x="768096" y="47091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PharmApp works best when the dataset stays organized and indexing is allowed to complete before heavy use.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33679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+84888999311 | www.pharmapp.dev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PharmApp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2026-03-15T11:40:35Z</dcterms:created>
  <dcterms:modified xsi:type="dcterms:W3CDTF">2026-03-15T11:40:35Z</dcterms:modified>
</cp:coreProperties>
</file>